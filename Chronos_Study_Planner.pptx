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WORKSPACE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128016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CHRONOS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1188720" y="28803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i="1" dirty="0">
                <a:solidFill>
                  <a:srgbClr val="E7E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Planner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188720" y="3611880"/>
            <a:ext cx="5943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794760"/>
            <a:ext cx="7498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entire academic life, distilled into one stark, uncluttered black-and-white workspace. No sign-ups. No backend. No bloat. Just open the file and start working.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188720" y="4892040"/>
            <a:ext cx="1312164" cy="384048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4892040"/>
            <a:ext cx="13121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SIGN-UPS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65476" y="4892040"/>
            <a:ext cx="1216152" cy="384048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65476" y="4892040"/>
            <a:ext cx="1216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46220" y="4892040"/>
            <a:ext cx="1024128" cy="384048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46220" y="4892040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BLOAT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88720" y="5623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  </a:t>
            </a:r>
            <a:pPr indent="0" marL="0">
              <a:buNone/>
            </a:pPr>
            <a:r>
              <a:rPr lang="en-US" sz="1250" dirty="0">
                <a:solidFill>
                  <a:srgbClr val="CFCF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chronos-by-privil.netlify.app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887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— STUDY PLANNER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332720" y="65471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PRIVIL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43000" y="8686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Apps. One Page.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188720" y="1691640"/>
            <a:ext cx="1042416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920240"/>
            <a:ext cx="9784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student's day is scattered across five different apps — a to-do list, a calendar, an exam tracker, a habit app, and a meditation app nobody actually opens. Chronos collapses all five into a single page, wrapped in a bold editorial design language that feels more like a design magazine than a SaaS dashboard.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188720" y="3291840"/>
            <a:ext cx="9784080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3291840"/>
            <a:ext cx="9235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“It's not trying to be ‘smart.’ It's trying to be fast, honest, and distraction-free.”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188720" y="4572000"/>
            <a:ext cx="155448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pic>
        <p:nvPicPr>
          <p:cNvPr id="11" name="Image 0" descr="/home/claude/work/icons_mono/list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4736592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34440" y="519379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To-do list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46120" y="4572000"/>
            <a:ext cx="155448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pic>
        <p:nvPicPr>
          <p:cNvPr id="14" name="Image 1" descr="/home/claude/work/icons_mono/calendar_bl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473659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519379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303520" y="4572000"/>
            <a:ext cx="155448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pic>
        <p:nvPicPr>
          <p:cNvPr id="17" name="Image 2" descr="/home/claude/work/icons_mono/flag_bl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473659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49240" y="519379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tracker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360920" y="4572000"/>
            <a:ext cx="155448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pic>
        <p:nvPicPr>
          <p:cNvPr id="20" name="Image 3" descr="/home/claude/work/icons_mono/activity_bla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473659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519379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app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9418320" y="4572000"/>
            <a:ext cx="155448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pic>
        <p:nvPicPr>
          <p:cNvPr id="23" name="Image 4" descr="/home/claude/work/icons_mono/wind_bla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0" y="4736592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464040" y="519379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 app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1188720" y="58064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pure HTML, Tailwind, and vanilla JS — clone it, open index.html, and it just works.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11887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— STUDY PLANNER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0332720" y="65471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PRIVIL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PHILOSOPHY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43000" y="8686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Brutalist / Architectural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188720" y="1645920"/>
            <a:ext cx="1042416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920240"/>
            <a:ext cx="1883664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1920240"/>
            <a:ext cx="1883664" cy="54864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9" name="Image 0" descr="/home/claude/work/icons_mono/squar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104" y="2039112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07592" y="2606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black &amp; white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07592" y="329184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color noise, no gradients, no distractions.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63824" y="1920240"/>
            <a:ext cx="1883664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63824" y="1920240"/>
            <a:ext cx="1883664" cy="54864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4" name="Image 1" descr="/home/claude/work/icons_mono/typ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208" y="203911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82696" y="2606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Bebas Neue headers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282696" y="329184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Big, confident, poster-like typography for headers and numbers.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138928" y="1920240"/>
            <a:ext cx="1883664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138928" y="1920240"/>
            <a:ext cx="1883664" cy="54864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9" name="Image 2" descr="/home/claude/work/icons_mono/filetex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039112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57800" y="2606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body text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257800" y="329184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legible for everything you read closely.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7114032" y="1920240"/>
            <a:ext cx="1883664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114032" y="1920240"/>
            <a:ext cx="1883664" cy="54864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3" descr="/home/claude/work/icons_mono/gri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416" y="2039112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32904" y="2606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 2px borders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232904" y="329184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Everywhere, instead of shadows or rounded corners — reads like ruled paper or a blueprint.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9089136" y="1920240"/>
            <a:ext cx="1883664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089136" y="1920240"/>
            <a:ext cx="1883664" cy="54864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9" name="Image 4" descr="/home/claude/work/icons_mono/lis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0" y="203911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208008" y="2606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navigation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9208008" y="329184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01–05 — like chapters in a book, not tabs in an app.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1188720" y="4892040"/>
            <a:ext cx="9784080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3" name="Text 26"/>
          <p:cNvSpPr/>
          <p:nvPr/>
        </p:nvSpPr>
        <p:spPr>
          <a:xfrm>
            <a:off x="1463040" y="4892040"/>
            <a:ext cx="9235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feels less like a productivity tool and more like a printed planner brought to life.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11887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— STUDY PLANNER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0332720" y="65471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PRIVIL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STRATEGY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43000" y="8686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Zero-Build Tech Stack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188720" y="1645920"/>
            <a:ext cx="1042416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965960"/>
            <a:ext cx="9784080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965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1965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19659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88720" y="2468880"/>
            <a:ext cx="9784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2" name="Image 0" descr="/home/claude/work/icons_mono/filetext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633472"/>
            <a:ext cx="292608" cy="2926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828800" y="2468880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566160" y="246888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HTML5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09360" y="2468880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build tooling — works by double-clicking the file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188720" y="3090672"/>
            <a:ext cx="9784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7" name="Image 1" descr="/home/claude/work/icons_mono/layers_bl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3255264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828800" y="3090672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3566160" y="3090672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 CSS (CDN)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309360" y="3090672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utility-first styling, no compiler step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1188720" y="3712464"/>
            <a:ext cx="9784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2" name="Image 2" descr="/home/claude/work/icons_mono/code_bl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877056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828800" y="3712464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3566160" y="3712464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Vanilla JavaScript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309360" y="3712464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 overhead, no dependencies to break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1188720" y="4334256"/>
            <a:ext cx="9784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7" name="Image 3" descr="/home/claude/work/icons_mono/type_bla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4498848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828800" y="4334256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3566160" y="4334256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Fonts — Bebas Neue + Inter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6309360" y="4334256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Editorial, poster-like visual identity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1188720" y="4892040"/>
            <a:ext cx="9784080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2" name="Text 26"/>
          <p:cNvSpPr/>
          <p:nvPr/>
        </p:nvSpPr>
        <p:spPr>
          <a:xfrm>
            <a:off x="1463040" y="4892040"/>
            <a:ext cx="9235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npm install. No build step. No server. Just open index.html.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11887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— STUDY PLANNER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0332720" y="65471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PRIVIL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43000" y="8686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· Week · Exams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188720" y="1645920"/>
            <a:ext cx="1042416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920240"/>
            <a:ext cx="32004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1920240"/>
            <a:ext cx="3200400" cy="685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199339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pic>
        <p:nvPicPr>
          <p:cNvPr id="10" name="Image 0" descr="/home/claude/work/icons_mono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210312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26334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353312" y="3154680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1508760" y="3035808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of the Day — one oversized input names the single thing that matters today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353312" y="3867912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1508760" y="37490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Performance Dashboard — live stats + editable Agent Note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353312" y="4581144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1508760" y="4462272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Plan — AI-suggested tasks you Accept / Reject with one click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353312" y="5294376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1508760" y="5175504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Tasks — checklist with strike-through completion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480560" y="1920240"/>
            <a:ext cx="32004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80560" y="1920240"/>
            <a:ext cx="3200400" cy="685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4617720" y="199339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pic>
        <p:nvPicPr>
          <p:cNvPr id="23" name="Image 1" descr="/home/claude/work/icons_mono/calend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103120"/>
            <a:ext cx="320040" cy="3200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617720" y="26334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4645152" y="3154680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2"/>
          <p:cNvSpPr/>
          <p:nvPr/>
        </p:nvSpPr>
        <p:spPr>
          <a:xfrm>
            <a:off x="4800600" y="3035808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7-day agenda board, Monday through Sunday, side-by-side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645152" y="3867912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4"/>
          <p:cNvSpPr/>
          <p:nvPr/>
        </p:nvSpPr>
        <p:spPr>
          <a:xfrm>
            <a:off x="4800600" y="37490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unlimited items to any day — press Enter to add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4645152" y="4581144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0" name="Text 26"/>
          <p:cNvSpPr/>
          <p:nvPr/>
        </p:nvSpPr>
        <p:spPr>
          <a:xfrm>
            <a:off x="4800600" y="4462272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scheduled item to instantly remove it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4645152" y="5294376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2" name="Text 28"/>
          <p:cNvSpPr/>
          <p:nvPr/>
        </p:nvSpPr>
        <p:spPr>
          <a:xfrm>
            <a:off x="4800600" y="5175504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columns dimmed to separate study days from rest days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7772400" y="1920240"/>
            <a:ext cx="32004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7772400" y="1920240"/>
            <a:ext cx="3200400" cy="685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31"/>
          <p:cNvSpPr/>
          <p:nvPr/>
        </p:nvSpPr>
        <p:spPr>
          <a:xfrm>
            <a:off x="7909560" y="199339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pic>
        <p:nvPicPr>
          <p:cNvPr id="36" name="Image 2" descr="/home/claude/work/icons_mono/fla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2103120"/>
            <a:ext cx="320040" cy="32004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7909560" y="26334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EXAMS</a:t>
            </a:r>
            <a:endParaRPr lang="en-US" sz="1600" dirty="0"/>
          </a:p>
        </p:txBody>
      </p:sp>
      <p:sp>
        <p:nvSpPr>
          <p:cNvPr id="38" name="Shape 33"/>
          <p:cNvSpPr/>
          <p:nvPr/>
        </p:nvSpPr>
        <p:spPr>
          <a:xfrm>
            <a:off x="7936992" y="3154680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9" name="Text 34"/>
          <p:cNvSpPr/>
          <p:nvPr/>
        </p:nvSpPr>
        <p:spPr>
          <a:xfrm>
            <a:off x="8092440" y="3035808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Exams, Assignments, or Projects, each with a bold type label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7936992" y="3867912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1" name="Text 36"/>
          <p:cNvSpPr/>
          <p:nvPr/>
        </p:nvSpPr>
        <p:spPr>
          <a:xfrm>
            <a:off x="8092440" y="37490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progress bar — cycles 0% → 25% → 50% → 75% → 100% → reset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7936992" y="4581144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3" name="Text 38"/>
          <p:cNvSpPr/>
          <p:nvPr/>
        </p:nvSpPr>
        <p:spPr>
          <a:xfrm>
            <a:off x="8092440" y="4462272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sliders or forms — click straight through the states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7936992" y="5294376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5" name="Text 40"/>
          <p:cNvSpPr/>
          <p:nvPr/>
        </p:nvSpPr>
        <p:spPr>
          <a:xfrm>
            <a:off x="8092440" y="5175504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at-a-glance scanning of title, type, and completion</a:t>
            </a:r>
            <a:endParaRPr lang="en-US" sz="950" dirty="0"/>
          </a:p>
        </p:txBody>
      </p:sp>
      <p:sp>
        <p:nvSpPr>
          <p:cNvPr id="46" name="Text 41"/>
          <p:cNvSpPr/>
          <p:nvPr/>
        </p:nvSpPr>
        <p:spPr>
          <a:xfrm>
            <a:off x="11887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— STUDY PLANNER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10332720" y="65471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PRIVIL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43000" y="8686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Habits · Relax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188720" y="1645920"/>
            <a:ext cx="1042416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920240"/>
            <a:ext cx="47091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1920240"/>
            <a:ext cx="4709160" cy="685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99339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pic>
        <p:nvPicPr>
          <p:cNvPr id="10" name="Image 0" descr="/home/claude/work/icons_mono/activ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210312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263347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371600" y="3154680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1554480" y="303580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custom habits — water intake, reading, workouts, whatever matters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371600" y="3904488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1554480" y="3785616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habit tracks a live streak counter as you check it off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371600" y="4654296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1554480" y="4535424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Scratchpad — a distraction-free, full-height notes panel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371600" y="5404104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1554480" y="5285232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“Get Daily Inspiration” surfaces a full-screen motivational quote overlay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72200" y="1920240"/>
            <a:ext cx="48006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72200" y="1920240"/>
            <a:ext cx="4800600" cy="685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6355080" y="199339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pic>
        <p:nvPicPr>
          <p:cNvPr id="23" name="Image 1" descr="/home/claude/work/icons_mono/win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103120"/>
            <a:ext cx="320040" cy="3200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355080" y="263347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RELAX</a:t>
            </a:r>
            <a:endParaRPr lang="en-US" sz="1600" dirty="0"/>
          </a:p>
        </p:txBody>
      </p:sp>
      <p:pic>
        <p:nvPicPr>
          <p:cNvPr id="25" name="Image 2" descr="/home/claude/work/icons_mono/clock_bl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999232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720840" y="292608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 Timer —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25-min work / 5-min break cycles with play, pause, reset</a:t>
            </a:r>
            <a:endParaRPr lang="en-US" sz="1000" dirty="0"/>
          </a:p>
        </p:txBody>
      </p:sp>
      <p:pic>
        <p:nvPicPr>
          <p:cNvPr id="27" name="Image 3" descr="/home/claude/work/icons_mono/wind_bla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749040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720840" y="367588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4-7-8 Breathing —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circle expands/contracts on inhale-hold-exhale, looping</a:t>
            </a:r>
            <a:endParaRPr lang="en-US" sz="1000" dirty="0"/>
          </a:p>
        </p:txBody>
      </p:sp>
      <p:pic>
        <p:nvPicPr>
          <p:cNvPr id="29" name="Image 4" descr="/home/claude/work/icons_mono/list_bla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498848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720840" y="4425696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5-4-3-2-1 Grounding —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sensory checklist for anxiety / stress reset</a:t>
            </a:r>
            <a:endParaRPr lang="en-US" sz="1000" dirty="0"/>
          </a:p>
        </p:txBody>
      </p:sp>
      <p:pic>
        <p:nvPicPr>
          <p:cNvPr id="31" name="Image 5" descr="/home/claude/work/icons_mono/smile_bla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5248656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20840" y="5175504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 Focus —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Hypnotic morphing blob animation for ambient meditation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1887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— STUDY PLANNER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0332720" y="65471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PRIVIL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43000" y="8686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Clone. Open. Done.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188720" y="1645920"/>
            <a:ext cx="1042416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920240"/>
            <a:ext cx="5029200" cy="19659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205740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https://github.com/minmon6767/
  Chronos-Workspace-Study-Agent.git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Chronos-Workspace-Study-Agent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python3 -m http.server 8000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CF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visit localhost:8000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0" y="1920240"/>
            <a:ext cx="457200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pic>
        <p:nvPicPr>
          <p:cNvPr id="10" name="Image 0" descr="/home/claude/work/icons_mono/monitor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2103120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132320" y="21214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just double-click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29400" y="260604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straight in your browser — no server, no setup, no waiting.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188720" y="4114800"/>
            <a:ext cx="3227832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pic>
        <p:nvPicPr>
          <p:cNvPr id="14" name="Image 1" descr="/home/claude/work/icons_mono/xcircle_bl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12" y="4261104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37360" y="4114800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npm install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07992" y="4114800"/>
            <a:ext cx="3227832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pic>
        <p:nvPicPr>
          <p:cNvPr id="17" name="Image 2" descr="/home/claude/work/icons_mono/xcircle_bl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4" y="4261104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56632" y="4114800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.env file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827264" y="4114800"/>
            <a:ext cx="3227832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pic>
        <p:nvPicPr>
          <p:cNvPr id="20" name="Image 3" descr="/home/claude/work/icons_mono/xcircle_bla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4261104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75904" y="4114800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config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1188720" y="4937760"/>
            <a:ext cx="9784080" cy="105156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3" name="Image 4" descr="/home/claude/work/icons_mono/glob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" y="5193792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103120" y="4937760"/>
            <a:ext cx="8595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static.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Chronos ships as a single HTML file, you can deploy it live — for free — in under 2 minutes on any static host.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11887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— STUDY PLANNER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0332720" y="65471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PRIVIL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43000" y="8686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v1 Doesn't Do Yet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188720" y="1645920"/>
            <a:ext cx="1042416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874520"/>
            <a:ext cx="9784080" cy="868680"/>
          </a:xfrm>
          <a:prstGeom prst="rect">
            <a:avLst/>
          </a:prstGeom>
          <a:solidFill>
            <a:srgbClr val="E7E7E7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874520"/>
            <a:ext cx="9235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design: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runs entirely in-memory — refreshing the page resets your data. That's intentional for v1: zero setup, zero accounts.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188720" y="2971800"/>
            <a:ext cx="480060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pic>
        <p:nvPicPr>
          <p:cNvPr id="10" name="Image 0" descr="/home/claude/work/icons_mono/alert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3154680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83080" y="3063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persistence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783080" y="33832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lost on refresh — an accepted trade-off for a zero-setup v1, not yet a full accounting tool.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6172200" y="2971800"/>
            <a:ext cx="480060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pic>
        <p:nvPicPr>
          <p:cNvPr id="14" name="Image 1" descr="/home/claude/work/icons_mono/alert_bl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3154680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66560" y="3063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Agent Plan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766560" y="33832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tasks demonstrate the concept of an AI co-planner; there's no live model connection yet.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1188720" y="4206240"/>
            <a:ext cx="480060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pic>
        <p:nvPicPr>
          <p:cNvPr id="18" name="Image 2" descr="/home/claude/work/icons_mono/alert_bl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4389120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83080" y="4297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accounts or sync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783080" y="46177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Single-page, single-session by design — nothing syncs across devices or browsers.</a:t>
            </a:r>
            <a:endParaRPr lang="en-US" sz="980" dirty="0"/>
          </a:p>
        </p:txBody>
      </p:sp>
      <p:sp>
        <p:nvSpPr>
          <p:cNvPr id="21" name="Shape 16"/>
          <p:cNvSpPr/>
          <p:nvPr/>
        </p:nvSpPr>
        <p:spPr>
          <a:xfrm>
            <a:off x="6172200" y="4206240"/>
            <a:ext cx="480060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pic>
        <p:nvPicPr>
          <p:cNvPr id="22" name="Image 3" descr="/home/claude/work/icons_mono/alert_bla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4389120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66560" y="4297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 entry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766560" y="46177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task, exam, and habit is entered by hand; nothing is imported automatically.</a:t>
            </a:r>
            <a:endParaRPr lang="en-US" sz="980" dirty="0"/>
          </a:p>
        </p:txBody>
      </p:sp>
      <p:sp>
        <p:nvSpPr>
          <p:cNvPr id="25" name="Shape 19"/>
          <p:cNvSpPr/>
          <p:nvPr/>
        </p:nvSpPr>
        <p:spPr>
          <a:xfrm>
            <a:off x="1188720" y="5486400"/>
            <a:ext cx="978408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0"/>
          <p:cNvSpPr/>
          <p:nvPr/>
        </p:nvSpPr>
        <p:spPr>
          <a:xfrm>
            <a:off x="1463040" y="548640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and forks are welcome — this is a starting point, not a finished product.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11887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— STUDY PLANNER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332720" y="65471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PRIVIL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43000" y="8686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Credits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188720" y="1645920"/>
            <a:ext cx="104241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103120"/>
            <a:ext cx="502920" cy="50292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8" name="Image 0" descr="/home/claude/work/icons_mono/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2221992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20848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760720" y="208483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chronos-by-privil.netlify.app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188720" y="2761488"/>
            <a:ext cx="502920" cy="50292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" name="Image 1" descr="/home/claude/work/icons_mono/githu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2880360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2024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Repository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760720" y="2743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github.com/minmon6767/Chronos-Workspace-Study-Agent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1188720" y="3419856"/>
            <a:ext cx="502920" cy="50292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6" name="Image 2" descr="/home/claude/work/icons_mono/boo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" y="3538728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34015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760720" y="340156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1188720" y="4078224"/>
            <a:ext cx="502920" cy="50292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0" name="Image 3" descr="/home/claude/work/icons_mono/typ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592" y="4197096"/>
            <a:ext cx="265176" cy="26517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920240" y="405993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5760720" y="4059936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Fonts — Bebas Neue, Inter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1188720" y="4736592"/>
            <a:ext cx="502920" cy="50292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4" name="Image 4" descr="/home/claude/work/icons_mono/lay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7592" y="4855464"/>
            <a:ext cx="265176" cy="2651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920240" y="471830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5760720" y="471830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 CSS (CDN)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1188720" y="5577840"/>
            <a:ext cx="978408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1"/>
          <p:cNvSpPr/>
          <p:nvPr/>
        </p:nvSpPr>
        <p:spPr>
          <a:xfrm>
            <a:off x="1463040" y="5577840"/>
            <a:ext cx="9235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artwork by Team Privil — built for people who'd rather work than manage their to-do app.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1887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— STUDY PLANNER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0332720" y="65471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PRIVIL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2026-07-31T01:59:26Z</dcterms:created>
  <dcterms:modified xsi:type="dcterms:W3CDTF">2026-07-31T01:59:26Z</dcterms:modified>
</cp:coreProperties>
</file>